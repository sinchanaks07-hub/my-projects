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9" r:id="rId17"/>
    <p:sldId id="270" r:id="rId18"/>
    <p:sldId id="271" r:id="rId16"/>
    <p:sldId id="272" r:id="rId20"/>
    <p:sldId id="273" r:id="rId21"/>
    <p:sldId id="274" r:id="rId22"/>
    <p:sldId id="275" r:id="rId23"/>
    <p:sldId id="276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3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0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73152"/>
            <a:ext cx="11612880" cy="6583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F5F5F5"/>
                </a:solidFill>
                <a:latin typeface="Consolas"/>
              </a:defRPr>
            </a:pPr>
            <a:r>
              <a:t>Name       : Sinchana K</a:t>
            </a:r>
          </a:p>
          <a:p>
            <a:pPr>
              <a:spcAft>
                <a:spcPts val="400"/>
              </a:spcAft>
              <a:defRPr sz="2200" b="1">
                <a:solidFill>
                  <a:srgbClr val="F5F5F5"/>
                </a:solidFill>
                <a:latin typeface="Consolas"/>
              </a:defRPr>
            </a:pPr>
            <a:r>
              <a:t>Roll no    : 26150511</a:t>
            </a:r>
          </a:p>
          <a:p>
            <a:pPr>
              <a:spcAft>
                <a:spcPts val="400"/>
              </a:spcAft>
              <a:defRPr sz="18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2400" b="1">
                <a:solidFill>
                  <a:srgbClr val="F5F5F5"/>
                </a:solidFill>
                <a:latin typeface="Consolas"/>
              </a:defRPr>
            </a:pPr>
            <a:r>
              <a:t>PART A</a:t>
            </a:r>
          </a:p>
          <a:p>
            <a:pPr>
              <a:spcAft>
                <a:spcPts val="400"/>
              </a:spcAft>
              <a:defRPr sz="12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F5F5F5"/>
                </a:solidFill>
                <a:latin typeface="Consolas"/>
              </a:defRPr>
            </a:pPr>
            <a:r>
              <a:t>CPU(Processor):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Model Name: 12th Gen Intel(R) Core(TM) i5-12450H</a:t>
            </a: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Number of cores: 8</a:t>
            </a: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Logical Processors: 12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F5F5F5"/>
                </a:solidFill>
                <a:latin typeface="Consolas"/>
              </a:defRPr>
            </a:pPr>
            <a:r>
              <a:t>RAM(Memory):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Total RAM: 32 GB DDR4</a:t>
            </a: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RAM Speed(MHz): 3200 MT/s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F5F5F5"/>
                </a:solidFill>
                <a:latin typeface="Consolas"/>
              </a:defRPr>
            </a:pPr>
            <a:r>
              <a:t>Storage(Disk):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Disk Type(HDD/SSD): SSD(NVMe)</a:t>
            </a: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Total Disk Size: 447GB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F5F5F5"/>
                </a:solidFill>
                <a:latin typeface="Consolas"/>
              </a:defRPr>
            </a:pPr>
            <a:r>
              <a:t>GPU(Graphics):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GPU Name: NVIDIA GeForce RTX 2050</a:t>
            </a:r>
          </a:p>
          <a:p>
            <a:pPr>
              <a:spcAft>
                <a:spcPts val="400"/>
              </a:spcAft>
              <a:defRPr sz="1900" b="1">
                <a:solidFill>
                  <a:srgbClr val="F5F5F5"/>
                </a:solidFill>
                <a:latin typeface="Consolas"/>
              </a:defRPr>
            </a:pPr>
            <a:r>
              <a:t>•  Dedicated Memory(if any): 0.0/4.0GB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-20261011-WA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7" y="114299"/>
            <a:ext cx="117856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-20261011-WA0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7" y="114299"/>
            <a:ext cx="117856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-20261011-WA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7" y="114299"/>
            <a:ext cx="117856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-20261011-WA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7" y="114299"/>
            <a:ext cx="117856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73152"/>
            <a:ext cx="11612880" cy="6583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F5F5F5"/>
                </a:solidFill>
                <a:latin typeface="Consolas"/>
              </a:defRPr>
            </a:pPr>
            <a:r>
              <a:t>Name       : Sinchana K</a:t>
            </a:r>
          </a:p>
          <a:p>
            <a:pPr>
              <a:spcAft>
                <a:spcPts val="400"/>
              </a:spcAft>
              <a:defRPr sz="2200" b="0">
                <a:solidFill>
                  <a:srgbClr val="F5F5F5"/>
                </a:solidFill>
                <a:latin typeface="Consolas"/>
              </a:defRPr>
            </a:pPr>
            <a:r>
              <a:t>Roll no    : 26150511</a:t>
            </a:r>
          </a:p>
          <a:p>
            <a:pPr>
              <a:spcAft>
                <a:spcPts val="400"/>
              </a:spcAft>
              <a:defRPr sz="18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2400" b="0">
                <a:solidFill>
                  <a:srgbClr val="F5F5F5"/>
                </a:solidFill>
                <a:latin typeface="Consolas"/>
              </a:defRPr>
            </a:pPr>
            <a:r>
              <a:t>PART B</a:t>
            </a:r>
          </a:p>
          <a:p>
            <a:pPr>
              <a:spcAft>
                <a:spcPts val="400"/>
              </a:spcAft>
              <a:defRPr sz="12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2100" b="0">
                <a:solidFill>
                  <a:srgbClr val="F5F5F5"/>
                </a:solidFill>
                <a:latin typeface="Consolas"/>
              </a:defRPr>
            </a:pPr>
            <a:r>
              <a:t>BIOS Version/Date: AMI F.18, 21-08-2024</a:t>
            </a:r>
          </a:p>
          <a:p>
            <a:pPr>
              <a:spcAft>
                <a:spcPts val="400"/>
              </a:spcAft>
              <a:defRPr sz="2100" b="0">
                <a:solidFill>
                  <a:srgbClr val="F5F5F5"/>
                </a:solidFill>
                <a:latin typeface="Consolas"/>
              </a:defRPr>
            </a:pPr>
            <a:r>
              <a:t>OS Name: Microsoft Corporation</a:t>
            </a:r>
          </a:p>
          <a:p>
            <a:pPr>
              <a:spcAft>
                <a:spcPts val="400"/>
              </a:spcAft>
              <a:defRPr sz="2100" b="0">
                <a:solidFill>
                  <a:srgbClr val="F5F5F5"/>
                </a:solidFill>
                <a:latin typeface="Consolas"/>
              </a:defRPr>
            </a:pPr>
            <a:r>
              <a:t>OS Version: 10.0.26200</a:t>
            </a:r>
          </a:p>
          <a:p>
            <a:pPr>
              <a:spcAft>
                <a:spcPts val="400"/>
              </a:spcAft>
              <a:defRPr sz="2100" b="0">
                <a:solidFill>
                  <a:srgbClr val="F5F5F5"/>
                </a:solidFill>
                <a:latin typeface="Consolas"/>
              </a:defRPr>
            </a:pPr>
            <a:r>
              <a:t>OS Build: 26200</a:t>
            </a:r>
          </a:p>
          <a:p>
            <a:pPr>
              <a:spcAft>
                <a:spcPts val="400"/>
              </a:spcAft>
              <a:defRPr sz="2100" b="0">
                <a:solidFill>
                  <a:srgbClr val="F5F5F5"/>
                </a:solidFill>
                <a:latin typeface="Consolas"/>
              </a:defRPr>
            </a:pPr>
            <a:r>
              <a:t>System Manufacture: HP</a:t>
            </a:r>
          </a:p>
          <a:p>
            <a:pPr>
              <a:spcAft>
                <a:spcPts val="400"/>
              </a:spcAft>
              <a:defRPr sz="2100" b="0">
                <a:solidFill>
                  <a:srgbClr val="F5F5F5"/>
                </a:solidFill>
                <a:latin typeface="Consolas"/>
              </a:defRPr>
            </a:pPr>
            <a:r>
              <a:t>System Model: Victus by HP Gaming Laptop 15-fa1xxx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47" y="114299"/>
            <a:ext cx="117856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73152"/>
            <a:ext cx="11612880" cy="6583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F5F5F5"/>
                </a:solidFill>
                <a:latin typeface="Consolas"/>
              </a:defRPr>
            </a:pPr>
            <a:r>
              <a:t>PART C</a:t>
            </a:r>
          </a:p>
          <a:p>
            <a:pPr>
              <a:spcAft>
                <a:spcPts val="400"/>
              </a:spcAft>
              <a:defRPr sz="1700" b="0">
                <a:solidFill>
                  <a:srgbClr val="F5F5F5"/>
                </a:solidFill>
                <a:latin typeface="Consolas"/>
              </a:defRPr>
            </a:pPr>
            <a:r>
              <a:t>whoami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What it does: Shows your Windows username and domain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Example output: COMPUTER\YourUsername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Your output: laptop-danmus7p\hp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F5F5F5"/>
                </a:solidFill>
                <a:latin typeface="Consolas"/>
              </a:defRPr>
            </a:pPr>
            <a:r>
              <a:t>2. ipconfig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What it does: Shows your network configuration (IP address, gateway, DNS)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Look for: IPv4 Address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Your IP Address: 192.168.95.1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Your Default Gateway: fe80::8c93:68ff:fecf:6af5%7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F5F5F5"/>
                </a:solidFill>
                <a:latin typeface="Consolas"/>
              </a:defRPr>
            </a:pPr>
            <a:r>
              <a:t>3. dir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What it does: Lists all files and folders in current directory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Record 3 folders you see: documents, downloads, pictures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F5F5F5"/>
                </a:solidFill>
                <a:latin typeface="Consolas"/>
              </a:defRPr>
            </a:pPr>
            <a:r>
              <a:t>4. mkdir BCA_Test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What it does: Creates a new folder named "BCA_Test"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Verify by typing: dir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Did you see "BCA_Test" folder created? Yes/No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" y="73152"/>
            <a:ext cx="11612880" cy="6583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F5F5F5"/>
                </a:solidFill>
                <a:latin typeface="Consolas"/>
              </a:defRPr>
            </a:pPr>
            <a:r>
              <a:t>5. tasklist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What it does: Lists all running programs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Record 5 running processes: System Idle Process, System, Secure System,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Registry, smss.exe</a:t>
            </a:r>
          </a:p>
          <a:p>
            <a:pPr>
              <a:spcAft>
                <a:spcPts val="400"/>
              </a:spcAft>
              <a:defRPr sz="10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F5F5F5"/>
                </a:solidFill>
                <a:latin typeface="Consolas"/>
              </a:defRPr>
            </a:pPr>
            <a:r>
              <a:t>6. systeminfo</a:t>
            </a:r>
          </a:p>
          <a:p>
            <a:pPr>
              <a:spcAft>
                <a:spcPts val="400"/>
              </a:spcAft>
              <a:defRPr sz="700" b="0">
                <a:solidFill>
                  <a:srgbClr val="F5F5F5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What it does: Shows detailed Windows system information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Record your Processor: 1 Processor(s) Installed.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[01]: Intel64 Family 6 Model 154 Stepping 3 GenuineIntel ~2000 MHz</a:t>
            </a:r>
          </a:p>
          <a:p>
            <a:pPr>
              <a:spcAft>
                <a:spcPts val="400"/>
              </a:spcAft>
              <a:defRPr sz="1500" b="0">
                <a:solidFill>
                  <a:srgbClr val="F5F5F5"/>
                </a:solidFill>
                <a:latin typeface="Consolas"/>
              </a:defRPr>
            </a:pPr>
            <a:r>
              <a:t>Record your Total Physical Memory: 32,409 MB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-20261011-WA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13" y="114300"/>
            <a:ext cx="8733068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215" y="0"/>
            <a:ext cx="66972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28" y="0"/>
            <a:ext cx="818483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006" y="0"/>
            <a:ext cx="51836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8" y="0"/>
            <a:ext cx="63400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4" y="0"/>
            <a:ext cx="50765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533" y="0"/>
            <a:ext cx="646062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006" y="0"/>
            <a:ext cx="51836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20261011-WA0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23" y="0"/>
            <a:ext cx="1065104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